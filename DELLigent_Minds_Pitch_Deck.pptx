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headline: this is not a single AI gimmick bolted onto a registration form — it's a full platform covering the entire hackathon lifecycle, and every 'AI' feature is real, explainable statistics/ML, not an LLM wrapper.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48640"/>
            <a:ext cx="54864" cy="54864"/>
          </a:xfrm>
          <a:prstGeom prst="ellipse">
            <a:avLst/>
          </a:prstGeom>
          <a:solidFill>
            <a:srgbClr val="5B9BD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097280"/>
            <a:ext cx="54864" cy="54864"/>
          </a:xfrm>
          <a:prstGeom prst="ellipse">
            <a:avLst/>
          </a:prstGeom>
          <a:solidFill>
            <a:srgbClr val="5B9BD1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5B9BD1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6309360"/>
            <a:ext cx="54864" cy="54864"/>
          </a:xfrm>
          <a:prstGeom prst="ellipse">
            <a:avLst/>
          </a:prstGeom>
          <a:solidFill>
            <a:srgbClr val="5B9BD1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6035040"/>
            <a:ext cx="54864" cy="54864"/>
          </a:xfrm>
          <a:prstGeom prst="ellipse">
            <a:avLst/>
          </a:prstGeom>
          <a:solidFill>
            <a:srgbClr val="5B9BD1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6217920"/>
            <a:ext cx="54864" cy="54864"/>
          </a:xfrm>
          <a:prstGeom prst="ellipse">
            <a:avLst/>
          </a:prstGeom>
          <a:solidFill>
            <a:srgbClr val="5B9BD1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457200"/>
            <a:ext cx="54864" cy="54864"/>
          </a:xfrm>
          <a:prstGeom prst="ellipse">
            <a:avLst/>
          </a:prstGeom>
          <a:solidFill>
            <a:srgbClr val="5B9BD1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74320"/>
            <a:ext cx="54864" cy="54864"/>
          </a:xfrm>
          <a:prstGeom prst="ellipse">
            <a:avLst/>
          </a:prstGeom>
          <a:solidFill>
            <a:srgbClr val="5B9BD1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0" y="3840480"/>
            <a:ext cx="54864" cy="54864"/>
          </a:xfrm>
          <a:prstGeom prst="ellipse">
            <a:avLst/>
          </a:prstGeom>
          <a:solidFill>
            <a:srgbClr val="5B9BD1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0" y="4754880"/>
            <a:ext cx="54864" cy="54864"/>
          </a:xfrm>
          <a:prstGeom prst="ellipse">
            <a:avLst/>
          </a:prstGeom>
          <a:solidFill>
            <a:srgbClr val="5B9BD1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417320"/>
            <a:ext cx="685800" cy="685800"/>
          </a:xfrm>
          <a:prstGeom prst="ellipse">
            <a:avLst/>
          </a:prstGeom>
          <a:solidFill>
            <a:srgbClr val="5B9BD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1506474"/>
            <a:ext cx="507492" cy="50749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7240" y="24231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DELLIGENT MINDS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804672" y="33101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operating system for hackathons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822960" y="3886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real AI features across the entire event lifecycle — fraud detection, bias-corrected judging, mentor routing and more — built without a single LLM API call.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22960" y="4983480"/>
            <a:ext cx="3291840" cy="0"/>
          </a:xfrm>
          <a:prstGeom prst="line">
            <a:avLst/>
          </a:prstGeom>
          <a:noFill/>
          <a:ln w="12700">
            <a:solidFill>
              <a:srgbClr val="4682B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PLATFORM   ·   REAL AUTH &amp; ROLES   ·   ZERO LLM COST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are running a 24-48 hour event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spreadsheet-era tools.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60604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515" y="268330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429000"/>
            <a:ext cx="2843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registrations slip through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4160520"/>
            <a:ext cx="28437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signups, fabricated teammates and shared-IP fraud rings go undetected until it's too late to fix.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06240" y="22860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260604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115" y="268330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8848" y="3429000"/>
            <a:ext cx="2843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is inconsistent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98848" y="4160520"/>
            <a:ext cx="28437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harsh reviewer and one lenient reviewer score the same quality project ten points apart — and nobody corrects for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63840" y="22860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56448" y="260604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715" y="268330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6448" y="3429000"/>
            <a:ext cx="2843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go dark mid-event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56448" y="4160520"/>
            <a:ext cx="28437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find out a team has stalled only when they don't show up to demo, hours after it could have been caught.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one problem.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six statistics problems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at once.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scoring, reviewer-bias correction, burnout trend detection, skill-matching — none of these need a language model. They need the right classical ML technique applied at the right point in the workflow.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5B9BD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13435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5074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with classical ML, not a chatbot wrapper.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914400"/>
            <a:ext cx="4846320" cy="5120640"/>
          </a:xfrm>
          <a:prstGeom prst="roundRect">
            <a:avLst>
              <a:gd name="adj" fmla="val 1887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86600" y="13716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686800" y="1600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 features, end to end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86600" y="288036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8686800" y="31089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calls anywhere in the stack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86600" y="438912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0" dirty="0"/>
          </a:p>
        </p:txBody>
      </p:sp>
      <p:sp>
        <p:nvSpPr>
          <p:cNvPr id="14" name="Text 11"/>
          <p:cNvSpPr/>
          <p:nvPr/>
        </p:nvSpPr>
        <p:spPr>
          <a:xfrm>
            <a:off x="8686800" y="4617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roles — organizer, judge, mentor, participant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backend, many hackathons,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roles.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235732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2677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270662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Postgres-compatible types on SQLite for local/dev parity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" y="3683203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5935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Stdlib-only auth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80160" y="403250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password hashing, opaque tokens — no JWT dependency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009083"/>
            <a:ext cx="405994" cy="4059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9194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multi-tenancy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80160" y="535838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scoped by hackathon_id; one organizer can run many events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63840" y="1371600"/>
            <a:ext cx="2286000" cy="640080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863840" y="1371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006840" y="2011680"/>
            <a:ext cx="0" cy="411480"/>
          </a:xfrm>
          <a:prstGeom prst="line">
            <a:avLst/>
          </a:prstGeom>
          <a:noFill/>
          <a:ln w="19050">
            <a:solidFill>
              <a:srgbClr val="4682B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863840" y="2423160"/>
            <a:ext cx="2286000" cy="640080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86384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006840" y="3063240"/>
            <a:ext cx="0" cy="411480"/>
          </a:xfrm>
          <a:prstGeom prst="line">
            <a:avLst/>
          </a:prstGeom>
          <a:noFill/>
          <a:ln w="19050">
            <a:solidFill>
              <a:srgbClr val="4682B4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863840" y="3474720"/>
            <a:ext cx="2286000" cy="640080"/>
          </a:xfrm>
          <a:prstGeom prst="roundRect">
            <a:avLst>
              <a:gd name="adj" fmla="val 10000"/>
            </a:avLst>
          </a:prstGeom>
          <a:solidFill>
            <a:srgbClr val="4682B4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863840" y="3474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 layer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9006840" y="4114800"/>
            <a:ext cx="0" cy="411480"/>
          </a:xfrm>
          <a:prstGeom prst="line">
            <a:avLst/>
          </a:prstGeom>
          <a:noFill/>
          <a:ln w="19050">
            <a:solidFill>
              <a:srgbClr val="4682B4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863840" y="4526280"/>
            <a:ext cx="2286000" cy="640080"/>
          </a:xfrm>
          <a:prstGeom prst="roundRect">
            <a:avLst>
              <a:gd name="adj" fmla="val 10000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863840" y="4526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AI features, one cohesive lifecycle.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18027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7335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Intelligence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rings, duplicates, anomaly scoring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33672" y="150876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2272" y="1737360"/>
            <a:ext cx="502920" cy="502920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52" y="180274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02352" y="167335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Assignment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62272" y="2423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Expertise-matched, conflict-checked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18704" y="150876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47304" y="1737360"/>
            <a:ext cx="502920" cy="502920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684" y="180274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87384" y="167335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 &amp; Fairness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47304" y="2423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 z-score correction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090672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319272"/>
            <a:ext cx="502920" cy="502920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0" y="3384652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25526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Pitch Analyzer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00507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scoring for clarity &amp; complexity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33672" y="3090672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62272" y="3319272"/>
            <a:ext cx="502920" cy="502920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652" y="3384652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02352" y="325526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Copilot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62272" y="400507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Retrieval-only FAQ assistant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18704" y="3090672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47304" y="3319272"/>
            <a:ext cx="502920" cy="502920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2684" y="3384652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87384" y="325526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Detection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47304" y="400507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Activity-trend early warning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4672584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77240" y="4901184"/>
            <a:ext cx="502920" cy="502920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20" y="4966564"/>
            <a:ext cx="372161" cy="37216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17320" y="483717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Reviewer Rotation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777240" y="558698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&amp; lenient scores converge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233672" y="4672584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462272" y="4901184"/>
            <a:ext cx="502920" cy="502920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7652" y="4966564"/>
            <a:ext cx="372161" cy="372161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02352" y="483717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Routing &amp; Leaderboard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4462272" y="558698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Load-balanced query matching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7918704" y="4672584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147304" y="4901184"/>
            <a:ext cx="502920" cy="502920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2684" y="4966564"/>
            <a:ext cx="372161" cy="372161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787384" y="483717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Dashboard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8147304" y="558698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composite event view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REGISTRATION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fraud before it reaches a judge.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101F38"/>
          </a:solidFill>
          <a:ln/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103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274320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3291840"/>
            <a:ext cx="26883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fuzzy-name, email-typo &amp; near-duplicate matches via TF-IDF + GMM threshold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87452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101F38"/>
          </a:solidFill>
          <a:ln/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16552" y="2103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16552" y="274320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16552" y="3291840"/>
            <a:ext cx="26883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anomaly scoring and DBSCAN fraud-ring grouping across the population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187452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101F38"/>
          </a:solidFill>
          <a:ln/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28432" y="2103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28432" y="274320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explain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28432" y="3291840"/>
            <a:ext cx="26883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trust score, risk level, and a plain-English reason an organizer can act 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5052" y="3383280"/>
            <a:ext cx="365760" cy="365760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17" name="Text 15"/>
          <p:cNvSpPr/>
          <p:nvPr/>
        </p:nvSpPr>
        <p:spPr>
          <a:xfrm>
            <a:off x="3845052" y="336499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56932" y="3383280"/>
            <a:ext cx="365760" cy="365760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19" name="Text 17"/>
          <p:cNvSpPr/>
          <p:nvPr/>
        </p:nvSpPr>
        <p:spPr>
          <a:xfrm>
            <a:off x="7456932" y="3364992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5440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shared-IP + content-similarity signals and duplicate-GitHub-username detection — both found gaps that the original fraud model missed during real validation.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BIAS DETECTION &amp; SMART ROTATION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harsh judge shouldn't sink a great project.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 z-score correction means a high-volume reviewer can't dilute their own baseline — every score is measured against the population they didn't personally inflate or deflate.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74920" cy="3749040"/>
          </a:xfrm>
          <a:prstGeom prst="roundRect">
            <a:avLst>
              <a:gd name="adj" fmla="val 1951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244282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23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correction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154680"/>
            <a:ext cx="4434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 (harsh): avg 5.8/10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B (lenient): avg 8.9/10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quality project scored 3.1 points apart depending only on who reviewed it.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897880" y="2057400"/>
            <a:ext cx="5074920" cy="3749040"/>
          </a:xfrm>
          <a:prstGeom prst="roundRect">
            <a:avLst>
              <a:gd name="adj" fmla="val 1951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2377440"/>
            <a:ext cx="502920" cy="502920"/>
          </a:xfrm>
          <a:prstGeom prst="ellipse">
            <a:avLst/>
          </a:prstGeom>
          <a:solidFill>
            <a:srgbClr val="1F8A5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300" y="244282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0" y="2423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217920" y="3154680"/>
            <a:ext cx="4434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reviewers' scores rescaled against population mean/variance.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project converges to within 0.4 points — judged on merit, not on who happened to score it.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LLM calls. That's the point.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“AI” feature here is TF-IDF, IsolationForest, DBSCAN, GaussianMixture, or z-score statistics — not an API call to a language model.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66928" cy="566928"/>
          </a:xfrm>
          <a:prstGeom prst="ellipse">
            <a:avLst/>
          </a:prstGeom>
          <a:solidFill>
            <a:srgbClr val="5B9BD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24511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3774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marginal cost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94960" y="237744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per-request API spend — score 10,000 registrations for the same price as 10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566928" cy="566928"/>
          </a:xfrm>
          <a:prstGeom prst="ellipse">
            <a:avLst/>
          </a:prstGeom>
          <a:solidFill>
            <a:srgbClr val="5B9BD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1" y="3365541"/>
            <a:ext cx="419527" cy="4195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2918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&amp; explainable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394960" y="329184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output, every time — defensible when a rejected applicant asks why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206240"/>
            <a:ext cx="566928" cy="566928"/>
          </a:xfrm>
          <a:prstGeom prst="ellipse">
            <a:avLst/>
          </a:prstGeom>
          <a:solidFill>
            <a:srgbClr val="5B9BD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4279941"/>
            <a:ext cx="419527" cy="4195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2062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the server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394960" y="420624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model provider ever sees a participant's PII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5B9BD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41" y="5194341"/>
            <a:ext cx="419527" cy="41952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51206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at any scale, offline-capable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394960" y="512064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limits, no outage dependency on an external AI vendor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role-based, invite-free where it matters.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42032" cy="3749040"/>
          </a:xfrm>
          <a:prstGeom prst="roundRect">
            <a:avLst>
              <a:gd name="adj" fmla="val 2878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226826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19933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multiple hackathons, manages registrations, runs reviewer assignment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55264" y="1828800"/>
            <a:ext cx="2542032" cy="3749040"/>
          </a:xfrm>
          <a:prstGeom prst="roundRect">
            <a:avLst>
              <a:gd name="adj" fmla="val 2878"/>
            </a:avLst>
          </a:prstGeom>
          <a:solidFill>
            <a:srgbClr val="101F38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9584" y="2194560"/>
            <a:ext cx="566928" cy="566928"/>
          </a:xfrm>
          <a:prstGeom prst="ellipse">
            <a:avLst/>
          </a:prstGeom>
          <a:solidFill>
            <a:srgbClr val="5B9BD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285" y="226826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9584" y="30175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29584" y="3520440"/>
            <a:ext cx="19933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Invite-link only — the one role that still requires organizer approval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61888" y="1828800"/>
            <a:ext cx="2542032" cy="3749040"/>
          </a:xfrm>
          <a:prstGeom prst="roundRect">
            <a:avLst>
              <a:gd name="adj" fmla="val 2878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36208" y="2194560"/>
            <a:ext cx="566928" cy="566928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09" y="226826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30175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236208" y="3520440"/>
            <a:ext cx="19933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Self-registers to any open hackathon — no invite link required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668512" y="1828800"/>
            <a:ext cx="2542032" cy="3749040"/>
          </a:xfrm>
          <a:prstGeom prst="roundRect">
            <a:avLst>
              <a:gd name="adj" fmla="val 2878"/>
            </a:avLst>
          </a:prstGeom>
          <a:solidFill>
            <a:srgbClr val="F0F8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42832" y="2194560"/>
            <a:ext cx="566928" cy="566928"/>
          </a:xfrm>
          <a:prstGeom prst="ellipse">
            <a:avLst/>
          </a:prstGeom>
          <a:solidFill>
            <a:srgbClr val="4682B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6533" y="226826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42832" y="301752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942832" y="3520440"/>
            <a:ext cx="19933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Self-registers to any open hackathon — auto-linked into a real team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what's demo-ready vs. production-ready.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1F8A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3264408" cy="0"/>
          </a:xfrm>
          <a:prstGeom prst="line">
            <a:avLst/>
          </a:prstGeom>
          <a:noFill/>
          <a:ln w="25400">
            <a:solidFill>
              <a:srgbClr val="D7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3337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demo data, single-region SQLite, core flows fully tested (55+ automated tests)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78808" y="2103120"/>
            <a:ext cx="365760" cy="365760"/>
          </a:xfrm>
          <a:prstGeom prst="ellipse">
            <a:avLst/>
          </a:prstGeom>
          <a:solidFill>
            <a:srgbClr val="4682B4"/>
          </a:solidFill>
          <a:ln/>
        </p:spPr>
      </p:sp>
      <p:sp>
        <p:nvSpPr>
          <p:cNvPr id="10" name="Text 8"/>
          <p:cNvSpPr/>
          <p:nvPr/>
        </p:nvSpPr>
        <p:spPr>
          <a:xfrm>
            <a:off x="4178808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44568" y="2286000"/>
            <a:ext cx="3264408" cy="0"/>
          </a:xfrm>
          <a:prstGeom prst="line">
            <a:avLst/>
          </a:prstGeom>
          <a:noFill/>
          <a:ln w="25400">
            <a:solidFill>
              <a:srgbClr val="D7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8808" y="26974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78808" y="3154680"/>
            <a:ext cx="3337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Team-size enforcement, real file-upload for logos, production Postgres deployment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08976" y="2103120"/>
            <a:ext cx="365760" cy="365760"/>
          </a:xfrm>
          <a:prstGeom prst="ellipse">
            <a:avLst/>
          </a:prstGeom>
          <a:solidFill>
            <a:srgbClr val="4682B4"/>
          </a:solidFill>
          <a:ln/>
        </p:spPr>
      </p:sp>
      <p:sp>
        <p:nvSpPr>
          <p:cNvPr id="15" name="Text 13"/>
          <p:cNvSpPr/>
          <p:nvPr/>
        </p:nvSpPr>
        <p:spPr>
          <a:xfrm>
            <a:off x="7808976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08976" y="26974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08976" y="3154680"/>
            <a:ext cx="3337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opt-in LLM layer for natural-language pitch feedback — additive, never replacing the deterministic 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91640"/>
            <a:ext cx="685800" cy="685800"/>
          </a:xfrm>
          <a:prstGeom prst="ellipse">
            <a:avLst/>
          </a:prstGeom>
          <a:solidFill>
            <a:srgbClr val="5B9BD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94" y="1780794"/>
            <a:ext cx="507492" cy="5074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60604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a hackathon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infrastructure that thinks.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3886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DELLigent Minds — 9 AI features, 4 real roles, 0 LLM calls. Built, tested, and ready to demo.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617720"/>
            <a:ext cx="2926080" cy="0"/>
          </a:xfrm>
          <a:prstGeom prst="line">
            <a:avLst/>
          </a:prstGeom>
          <a:noFill/>
          <a:ln w="12700">
            <a:solidFill>
              <a:srgbClr val="4682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feedback, or a slot on your judging panel — let's talk.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DELLigent Minds — Pitch Deck</dc:title>
  <dc:subject>PptxGenJS Presentation</dc:subject>
  <dc:creator>DELLigent Minds</dc:creator>
  <cp:lastModifiedBy>DELLigent Minds</cp:lastModifiedBy>
  <cp:revision>1</cp:revision>
  <dcterms:created xsi:type="dcterms:W3CDTF">2026-06-22T04:47:53Z</dcterms:created>
  <dcterms:modified xsi:type="dcterms:W3CDTF">2026-06-22T04:47:53Z</dcterms:modified>
</cp:coreProperties>
</file>